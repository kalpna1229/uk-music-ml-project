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70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5689-3EAD-E4A8-E7BC-984E795AB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EEFA8-6366-7FE5-1E73-BF385BF6A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F2728-F944-87D2-4BB4-6327D73D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4D385-E4F4-B60E-E6E0-291CB2DC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C2783-8E6A-52A3-FC07-E7A0043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37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D591-98E8-E9AD-82B3-70AF942A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335C3-3D03-ECFB-B868-E3E63838D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0D40C-F784-2C43-1B1C-405D794D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824E6-BCA1-BE30-F85D-A022F232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39C9-81BA-C81E-2FD1-8A7F6E44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62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C4BF-0673-4BAE-F37D-43AAE77B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13243-C12B-D4ED-2484-EAED96A56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53984-90E0-3291-8DAE-29984D8F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2D57E-508E-ED9C-C014-7988D480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7F26-D37D-7E3E-84E5-238DAA6E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62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816C-0B63-B4F7-09AC-FC0FA0F5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D088-17F1-DFA1-B0A3-09B800FF1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D51B8-7FDD-CDD3-2C12-D2B7ECF36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98FB8-5E92-AAAA-1090-1EDBC6F25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E6B2F-0A3F-7CA6-8B64-516D8F40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949E5-C895-18F5-24AD-02B21D511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0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BD41-3403-1E53-91F8-3B51DDA3D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6D5BC-14B7-C981-B4E9-FE879278F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8D831-F212-17DC-F418-18ECB8020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C9FCD-35F1-0D19-EC0D-7F1CCA7A4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48EDF-5AC4-56BE-B9DE-239F59439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A949D-1726-26A3-9A50-9773F395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52A1C-7284-7F32-DC7A-DFC384F1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E97FA-7309-A26C-DE48-8AD4003B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840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C56B5-7326-8150-D930-57291E67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17FD5-EB95-6894-4B91-F92BBC20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8591C-9527-DB2E-8FE7-C2EDBBCC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992FA-0F0B-7C39-5896-BE0A19CA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8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820AE-9787-EA1B-B831-A74A2B85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9AEA9-5E46-0C45-5004-1867029B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62A2A-E156-48E5-1C33-B145C59B8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35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A1AA-1AFE-9E79-EB6E-B08EFF123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73023-B116-3267-573D-A2427757B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3F158-D497-54AF-3C62-4DE275846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58C87-40F1-7922-A96E-503FCC54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76048-F949-D8BA-3D0C-4969003D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D385F-05E5-BA9A-A70B-0BC8B32B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2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E613-E697-A070-1711-12EAB119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B97B0-2C6B-F566-9347-56E8C4575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CE4BA-0732-567E-050B-CFC8D37D1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DD7A4-BFBE-8247-F92B-8A13C26A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07FDF-BAED-D13F-8781-38ED0932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C2F0C-4DA8-62A7-C0F1-BAFC6C9F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0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888A-BF88-F158-29EE-23C29668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3AB98-1C1C-C4BE-2A22-DB9CEB319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92143-3D9A-AF2F-3723-3D491BBC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987F-46AE-48A4-958B-99430DAD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0FE1E-BEDA-C671-0C61-4562AE3B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19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B18FA-4184-8B33-955A-BCFFB4150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260AD-B564-64EB-8BE9-931B67BE1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4B569-0DB8-80FD-F601-E29157F5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DE167-6812-4976-2D6D-21C3EDE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D9D7-75C0-B2C7-4791-1FE1CA6A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85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42B3-3A82-E0F7-DD21-2E63E604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9FCC9-03F4-2A73-C2D6-8E2230788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F6622-7408-0460-C2D3-D73F6BB59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CEB15-8EBA-4D01-A200-C1090EA98D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527FC-A8A3-A7B0-C4F2-2105F97ED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4A549-1C49-C9B9-454E-48CC5EA10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52A27-5008-4E1D-AD77-A3C37930A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242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501D-B90D-6106-F037-50A736F49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2" y="406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UK Top 50 Music Analysis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2ABB2-9F68-0ACC-B870-874E9DF38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305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IN" sz="11200" dirty="0"/>
              <a:t>Name: Kalpna Singh</a:t>
            </a:r>
          </a:p>
          <a:p>
            <a:pPr algn="l">
              <a:lnSpc>
                <a:spcPct val="150000"/>
              </a:lnSpc>
            </a:pPr>
            <a:r>
              <a:rPr lang="en-IN" sz="11200" dirty="0"/>
              <a:t>Course: </a:t>
            </a:r>
          </a:p>
          <a:p>
            <a:pPr algn="l">
              <a:lnSpc>
                <a:spcPct val="150000"/>
              </a:lnSpc>
            </a:pPr>
            <a:r>
              <a:rPr lang="en-IN" sz="11200" dirty="0"/>
              <a:t>Project: ML Internship</a:t>
            </a:r>
          </a:p>
          <a:p>
            <a:endParaRPr lang="en-IN" sz="4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39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E4F6-4875-A722-C86B-2564BAE0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Objective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DCBE3-488A-5351-81D7-0A7DFA78EE90}"/>
              </a:ext>
            </a:extLst>
          </p:cNvPr>
          <p:cNvSpPr txBox="1"/>
          <p:nvPr/>
        </p:nvSpPr>
        <p:spPr>
          <a:xfrm>
            <a:off x="636815" y="2397323"/>
            <a:ext cx="10972800" cy="221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US" sz="3200" dirty="0"/>
              <a:t>Study artist dominance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 Analyse UK Top 50 playlist</a:t>
            </a:r>
            <a:endParaRPr lang="en-US" sz="3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Predict hit songs using ML</a:t>
            </a:r>
          </a:p>
        </p:txBody>
      </p:sp>
    </p:spTree>
    <p:extLst>
      <p:ext uri="{BB962C8B-B14F-4D97-AF65-F5344CB8AC3E}">
        <p14:creationId xmlns:p14="http://schemas.microsoft.com/office/powerpoint/2010/main" val="120128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8481-FE51-9B85-9A2A-45879429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Dataset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88087-53D0-50A9-5BC9-9132AA114E11}"/>
              </a:ext>
            </a:extLst>
          </p:cNvPr>
          <p:cNvSpPr txBox="1"/>
          <p:nvPr/>
        </p:nvSpPr>
        <p:spPr>
          <a:xfrm>
            <a:off x="495300" y="2449286"/>
            <a:ext cx="11571514" cy="147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1000+ songs dataset.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Features: Artist, Popularity, Position, Duration, Explicit 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5559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58CC-E592-A3D0-0E98-B189EBC1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Data Preprocessing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A0A2D-C652-0CAB-E8F9-9AE5BA7965B1}"/>
              </a:ext>
            </a:extLst>
          </p:cNvPr>
          <p:cNvSpPr txBox="1"/>
          <p:nvPr/>
        </p:nvSpPr>
        <p:spPr>
          <a:xfrm>
            <a:off x="669472" y="2334986"/>
            <a:ext cx="11005458" cy="221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Removed null values.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Removed duplicates.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Created ‘Hit’ column (Top 10 songs)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0100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8EA1-10C6-F3B2-F0CF-FAD908D80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Exploratory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B0099-E10B-594F-A5DD-C1119FE3CF99}"/>
              </a:ext>
            </a:extLst>
          </p:cNvPr>
          <p:cNvSpPr txBox="1"/>
          <p:nvPr/>
        </p:nvSpPr>
        <p:spPr>
          <a:xfrm>
            <a:off x="718457" y="2139043"/>
            <a:ext cx="10635343" cy="221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Popularity distribution analysed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Position distribution analysed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Trends observed</a:t>
            </a:r>
          </a:p>
        </p:txBody>
      </p:sp>
    </p:spTree>
    <p:extLst>
      <p:ext uri="{BB962C8B-B14F-4D97-AF65-F5344CB8AC3E}">
        <p14:creationId xmlns:p14="http://schemas.microsoft.com/office/powerpoint/2010/main" val="171982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E2F25-B389-4E48-F5A0-B4D323830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240009"/>
            <a:ext cx="7112000" cy="5398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0E6431-FAAD-F794-CB91-4A4F9BAF111C}"/>
              </a:ext>
            </a:extLst>
          </p:cNvPr>
          <p:cNvSpPr txBox="1"/>
          <p:nvPr/>
        </p:nvSpPr>
        <p:spPr>
          <a:xfrm>
            <a:off x="347133" y="1675123"/>
            <a:ext cx="4131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/>
              <a:t>Popularity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5483B-271E-2640-F30B-E3239A5DAAF3}"/>
              </a:ext>
            </a:extLst>
          </p:cNvPr>
          <p:cNvSpPr txBox="1"/>
          <p:nvPr/>
        </p:nvSpPr>
        <p:spPr>
          <a:xfrm>
            <a:off x="127000" y="2670201"/>
            <a:ext cx="4741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dataset is biased towards high popularity because it contains chart songs only.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42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EA8E5-B956-5ACB-85B9-6467DD197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393" y="1407224"/>
            <a:ext cx="7325747" cy="5144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A66C73-4C12-AE35-2308-2B6222C2A846}"/>
              </a:ext>
            </a:extLst>
          </p:cNvPr>
          <p:cNvSpPr txBox="1"/>
          <p:nvPr/>
        </p:nvSpPr>
        <p:spPr>
          <a:xfrm>
            <a:off x="380999" y="1473201"/>
            <a:ext cx="3640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/>
              <a:t>Position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99EFB-D904-35BA-A283-E2382B1AEEA4}"/>
              </a:ext>
            </a:extLst>
          </p:cNvPr>
          <p:cNvSpPr txBox="1"/>
          <p:nvPr/>
        </p:nvSpPr>
        <p:spPr>
          <a:xfrm>
            <a:off x="380999" y="2505670"/>
            <a:ext cx="3920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distribution appears uniform because data includes multiple time periods.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96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4DE7-EEEB-306B-CCFE-99ED5B2C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Artist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90DD9-D0EA-E4DC-3455-674E1BF2EB2B}"/>
              </a:ext>
            </a:extLst>
          </p:cNvPr>
          <p:cNvSpPr txBox="1"/>
          <p:nvPr/>
        </p:nvSpPr>
        <p:spPr>
          <a:xfrm>
            <a:off x="838200" y="2155371"/>
            <a:ext cx="1029788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Taylor Swift dominates charts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Global artists dominate UK market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Repeated artists observed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7838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5B37-B83E-575E-B1BD-0A791845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Model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9A320-69CA-92FD-43A2-13E35A4FC90A}"/>
              </a:ext>
            </a:extLst>
          </p:cNvPr>
          <p:cNvSpPr txBox="1"/>
          <p:nvPr/>
        </p:nvSpPr>
        <p:spPr>
          <a:xfrm>
            <a:off x="604157" y="2188029"/>
            <a:ext cx="984612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Random Forest Classifier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Features: popularity, duration, total tracks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6055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5838A-D9F5-ABDE-4BE1-31024F177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073" y="1465956"/>
            <a:ext cx="8087854" cy="5229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0A66C4-DD48-B4B8-18D0-72B083AF3560}"/>
              </a:ext>
            </a:extLst>
          </p:cNvPr>
          <p:cNvSpPr txBox="1"/>
          <p:nvPr/>
        </p:nvSpPr>
        <p:spPr>
          <a:xfrm>
            <a:off x="127000" y="838200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Feature Importance Graph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71E1A03-D64F-C7DC-CE3E-F556BB84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1147"/>
            <a:ext cx="3810000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duration_ms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most influential feature in predicting hit songs.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plays a significant role in song success.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tracks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relatively low impact on chart performance.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Song success depends on multiple factors, not just popularity.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950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12A9-028D-AC94-9750-73B0C331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Model Result</a:t>
            </a:r>
            <a:endParaRPr lang="en-IN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F3770-5C64-B19B-4A3F-9190AC1C4B62}"/>
              </a:ext>
            </a:extLst>
          </p:cNvPr>
          <p:cNvSpPr txBox="1"/>
          <p:nvPr/>
        </p:nvSpPr>
        <p:spPr>
          <a:xfrm>
            <a:off x="838200" y="2171699"/>
            <a:ext cx="10248900" cy="147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Accuracy: ~90%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Model predicts hit songs effectively</a:t>
            </a:r>
          </a:p>
        </p:txBody>
      </p:sp>
    </p:spTree>
    <p:extLst>
      <p:ext uri="{BB962C8B-B14F-4D97-AF65-F5344CB8AC3E}">
        <p14:creationId xmlns:p14="http://schemas.microsoft.com/office/powerpoint/2010/main" val="307280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8B79-7B85-5063-2DDE-7564AA19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Feature Importance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1FF4A-E16A-1976-C2AD-358866952F77}"/>
              </a:ext>
            </a:extLst>
          </p:cNvPr>
          <p:cNvSpPr txBox="1"/>
          <p:nvPr/>
        </p:nvSpPr>
        <p:spPr>
          <a:xfrm>
            <a:off x="1159329" y="2547257"/>
            <a:ext cx="965018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Popularity most important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Duration less important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dirty="0"/>
              <a:t>Multiple factors affect success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7640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A146-0581-46B4-C43E-ACEB116D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A4C43-2817-50EA-C498-03CAED680BD2}"/>
              </a:ext>
            </a:extLst>
          </p:cNvPr>
          <p:cNvSpPr txBox="1"/>
          <p:nvPr/>
        </p:nvSpPr>
        <p:spPr>
          <a:xfrm>
            <a:off x="881743" y="2028616"/>
            <a:ext cx="98951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Popularity impacts ranking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International artists dominate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Patterns exist in hit songs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8413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6378-B7FA-24E1-2BB1-A1560A4DB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D9C86-FE41-41BB-01DB-F13ED9AA8AEF}"/>
              </a:ext>
            </a:extLst>
          </p:cNvPr>
          <p:cNvSpPr txBox="1"/>
          <p:nvPr/>
        </p:nvSpPr>
        <p:spPr>
          <a:xfrm>
            <a:off x="1028700" y="2628900"/>
            <a:ext cx="87521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ML can predict song success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Useful for music analytics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Helps industry insights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57963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D5AA-09E8-DF75-BF6D-6FA66124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4C6C7-0895-2D53-CA30-5FEF6E463B57}"/>
              </a:ext>
            </a:extLst>
          </p:cNvPr>
          <p:cNvSpPr txBox="1"/>
          <p:nvPr/>
        </p:nvSpPr>
        <p:spPr>
          <a:xfrm>
            <a:off x="751114" y="1861457"/>
            <a:ext cx="104013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Add more features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Build recommendation system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Use real-time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59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7CE1E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Schoolbook</vt:lpstr>
      <vt:lpstr>Wingdings</vt:lpstr>
      <vt:lpstr>Office Theme</vt:lpstr>
      <vt:lpstr>UK Top 50 Music Analysis using Machine Learning</vt:lpstr>
      <vt:lpstr>Objective</vt:lpstr>
      <vt:lpstr>Dataset</vt:lpstr>
      <vt:lpstr>Data Preprocessing</vt:lpstr>
      <vt:lpstr>Exploratory Data Analysis</vt:lpstr>
      <vt:lpstr>PowerPoint Presentation</vt:lpstr>
      <vt:lpstr>PowerPoint Presentation</vt:lpstr>
      <vt:lpstr>Artist Analysis</vt:lpstr>
      <vt:lpstr>Model Used</vt:lpstr>
      <vt:lpstr>PowerPoint Presentation</vt:lpstr>
      <vt:lpstr>Model Result</vt:lpstr>
      <vt:lpstr>Feature Importance</vt:lpstr>
      <vt:lpstr>Key Insights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souravkumarsingh077@outlook.com</dc:creator>
  <cp:lastModifiedBy>Kalpna Singh</cp:lastModifiedBy>
  <cp:revision>1</cp:revision>
  <dcterms:created xsi:type="dcterms:W3CDTF">2026-04-20T18:43:30Z</dcterms:created>
  <dcterms:modified xsi:type="dcterms:W3CDTF">2026-04-29T18:24:45Z</dcterms:modified>
</cp:coreProperties>
</file>